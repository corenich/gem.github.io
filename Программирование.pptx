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B6D6BD-5FE3-450B-AAD7-A9920872B4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598A1A-A9AA-4159-A7C6-255005527A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AC68EB6-B402-45BB-801E-2E636BF75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EAC48D-F6A2-4099-A73B-8C840E914C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5B9C180-1013-4DDB-ACFE-AA025CA618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08BA56-DEAF-4B96-86BA-5A6E9003C4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BFC2594-01E1-4466-A060-753AAD9ACF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5522A21-5043-4FF9-A170-E2730E79D1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8EF2C77-F6E3-441E-9A67-24F3A76E75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48BD5EB-31DF-4E13-8860-630215E53B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0BD163D-2D1A-49C1-9634-1870D3B9F5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9FA46B-2617-4E2C-8B12-6EAFE1EAABA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10AEA8-1A2F-4FAF-93FD-406FDC493A2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13A8F-49F4-45C1-AC67-60E9D46834B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44B0A4-7E07-4625-9FA5-DC52C658D46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AFEDB-1620-427F-A84E-9A5B2AFBA7B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59CCF-58D6-4746-B39E-F439B8D368D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1F74B9-49F2-4499-9DFF-979ED594458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844D41-09C0-407A-90FB-BBBA344245B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B5F6D-BAA3-473B-86B7-0D56D7AD284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9AE4D-4F12-44D9-A522-DD033133154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EC3148-C535-4CC5-A614-F5B323E9F45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длину стороны и преобразуем ввод в число с плавающей точкой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229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# Запрашиваем длину и ширину, преобразуем ввод в числа с плавающей точкой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length = float(input("Введите длину прямоугольника: "))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width = float(input("Введите ширину прямоугольника: "))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# Вычисляем площадь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area = length * width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print(f"Площадь прямоугольника: {area}")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  <a:ea typeface="Tahoma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print(f"Среднее арифметическое: {average}")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геометрическое: √(a *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geom_mean = (a * b) ** 0.5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геометрическое: {geom_mean}")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-8568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3064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Ввод длин катетов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Вычисления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print(f"Гипотенуза: {hypotenuse:.2f}")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print(f"Площадь:    {area:.2f}")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print(f"{(N-1)**2}, {N**2}, {(N+1)**2}")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print("Число чётное")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print("Число нечётное")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print(f"Сумма: {a + 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print(f"Разность: {a - 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17):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{2**i}")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even_count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_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int(input("Введите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even_count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{even_count}")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-7092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2578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positive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negative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zeros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_ in range(10):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num = int(input("Введите число: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positive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negative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zeros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print(f"Положительных: {positive}")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print(f"Отрицательных: {negative}")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print(f"Нулей: {zeros}")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10 чисел в список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 = [int(input(f"Введите число {i+1}: ")) for i in range(10)]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Находим разницу между максимальным и минимальным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 = max(numbers) - min(numbers)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Ввод 10 чисел в список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 = list(map(int, input("Введите 10 целых чисел через пробел: ").split()))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max_val = max(A)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Считаем, сколько раз он встречается в массиве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count_max = A.count(max_val)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print(f"Максимальный элемент: {max_val}")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50600" y="17938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Ввод 10 чисел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A = list(map(int, input("Введите 10 целых чисел через пробел: ").split()))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Суммы по индексам (в программировании индексы начинаются с 0)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sum_even_idx = sum(A[0::2])   # индексы: 0, 2, 4, 6, 8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sum_odd_idx  = sum(A[1::2])   # индексы: 1, 3, 5, 7, 9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Разница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diff = sum_even_idx - sum_odd_idx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print(f"Сумма (чётные индексы): {sum_even_idx}")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print(f"Сумма (нечётные индексы): {sum_odd_idx}")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print(f"Разница: {diff}")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Подсчёт цифр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digit_count = sum(1 for char in text if char.isdigit())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арабских цифр: {digit_count}")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print(result)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print(f"Первое слово: {words[0]}")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print("Строка пуста или состоит только из пробелов.")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успешно записан в файл 'output.txt'")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050720" y="375120"/>
            <a:ext cx="6657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46320" y="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print("🎯 Игра: Компьютер отгадывает ваше число")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диапазона (N): "))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диапазона (M): "))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print("❌ Ошибка: введите целые числа.")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print("❌ Ошибка: N должно быть ≤ M.")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print(f"\n✅ Загадайте число от {N} до {M}.")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input("Нажмите Enter, когда будете готовы...")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low, high = N, M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# Если диапазон сузился до одного числа, мы его отгадали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if low == high: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print(f"\n🎉 Я отгадал! Ваше число: {low}")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print(f"Количество вопросов: {attempts}")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ans = input(f"\n❓ Вопрос {attempts}: Ваше число больше {mid}? (да/нет): ").strip().lower()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if ans in ('да', 'y', 'yes'):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elif ans in ('нет', 'n', 'no'):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print("⚠️ Пожалуйста, ответьте строго 'да' или 'нет'.")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attempts -= 1  # Не считаем неверный ввод за вопрос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# Если вышли из цикла без совпадения → ответы были противоречивы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print("\n⚠️ Обнаружена ошибка в ответах. Попробуйте ещё раз, отвечая честно.")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600" spc="-1" strike="noStrike">
                <a:solidFill>
                  <a:schemeClr val="dk1"/>
                </a:solidFill>
                <a:latin typeface="Calibri"/>
              </a:rPr>
              <a:t>main()</a:t>
            </a:r>
            <a:endParaRPr b="0" lang="ru-RU" sz="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2026-05-16T10:37:35Z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